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Img1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S3 Loader PPTX Fixture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is slide one of the deck.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1000000" y="1000000"/>
            <a:ext cx="1000000" cy="1000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Second Slide Heading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Extracted from a real PowerPoint presentation.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